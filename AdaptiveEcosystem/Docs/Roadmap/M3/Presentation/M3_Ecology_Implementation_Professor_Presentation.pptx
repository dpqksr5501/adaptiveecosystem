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69c34bf83447db" /><Relationship Type="http://schemas.openxmlformats.org/officeDocument/2006/relationships/extended-properties" Target="/docProps/app.xml" Id="R34bd220e7b7045c1" /><Relationship Type="http://schemas.openxmlformats.org/officeDocument/2006/relationships/officeDocument" Target="/ppt/presentation.xml" Id="R78319f5def6540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91be06f204e0d"/>
  </p:sldMasterIdLst>
  <p:notesMasterIdLst>
    <p:notesMasterId xmlns:r="http://schemas.openxmlformats.org/officeDocument/2006/relationships" r:id="R8c15b327111a486a"/>
  </p:notesMasterIdLst>
  <p:sldIdLst>
    <p:sldId xmlns:r="http://schemas.openxmlformats.org/officeDocument/2006/relationships" id="256" r:id="R09770b809c724dd0"/>
    <p:sldId xmlns:r="http://schemas.openxmlformats.org/officeDocument/2006/relationships" id="257" r:id="Re6c6a672b6d5491b"/>
    <p:sldId xmlns:r="http://schemas.openxmlformats.org/officeDocument/2006/relationships" id="258" r:id="R693f5bff9c1c4468"/>
    <p:sldId xmlns:r="http://schemas.openxmlformats.org/officeDocument/2006/relationships" id="259" r:id="R02aa48f556ed4ba5"/>
    <p:sldId xmlns:r="http://schemas.openxmlformats.org/officeDocument/2006/relationships" id="260" r:id="Rafe685aef5344161"/>
    <p:sldId xmlns:r="http://schemas.openxmlformats.org/officeDocument/2006/relationships" id="261" r:id="R7f607f8618bd4d10"/>
    <p:sldId xmlns:r="http://schemas.openxmlformats.org/officeDocument/2006/relationships" id="262" r:id="Recb40cc9a96f49f9"/>
    <p:sldId xmlns:r="http://schemas.openxmlformats.org/officeDocument/2006/relationships" id="263" r:id="Rabaa9d38a1134d27"/>
    <p:sldId xmlns:r="http://schemas.openxmlformats.org/officeDocument/2006/relationships" id="264" r:id="R80eb8d4010404dcf"/>
    <p:sldId xmlns:r="http://schemas.openxmlformats.org/officeDocument/2006/relationships" id="265" r:id="R35c03acc1f0a47c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07de1f8c204bde" /><Relationship Type="http://schemas.openxmlformats.org/officeDocument/2006/relationships/slideMaster" Target="/ppt/slideMasters/slideMaster1.xml" Id="R98f91be06f204e0d" /><Relationship Type="http://schemas.openxmlformats.org/officeDocument/2006/relationships/notesMaster" Target="/ppt/notesMasters/notesMaster1.xml" Id="R8c15b327111a486a" /><Relationship Type="http://schemas.openxmlformats.org/officeDocument/2006/relationships/presProps" Target="/ppt/presProps.xml" Id="R0c5cb98719df4914" /><Relationship Type="http://schemas.openxmlformats.org/officeDocument/2006/relationships/tableStyles" Target="/ppt/tableStyles.xml" Id="R40ea2f4445ba489c" /><Relationship Type="http://schemas.openxmlformats.org/officeDocument/2006/relationships/slide" Target="/ppt/slides/slide1.xml" Id="R09770b809c724dd0" /><Relationship Type="http://schemas.openxmlformats.org/officeDocument/2006/relationships/slide" Target="/ppt/slides/slide2.xml" Id="Re6c6a672b6d5491b" /><Relationship Type="http://schemas.openxmlformats.org/officeDocument/2006/relationships/slide" Target="/ppt/slides/slide3.xml" Id="R693f5bff9c1c4468" /><Relationship Type="http://schemas.openxmlformats.org/officeDocument/2006/relationships/slide" Target="/ppt/slides/slide4.xml" Id="R02aa48f556ed4ba5" /><Relationship Type="http://schemas.openxmlformats.org/officeDocument/2006/relationships/slide" Target="/ppt/slides/slide5.xml" Id="Rafe685aef5344161" /><Relationship Type="http://schemas.openxmlformats.org/officeDocument/2006/relationships/slide" Target="/ppt/slides/slide6.xml" Id="R7f607f8618bd4d10" /><Relationship Type="http://schemas.openxmlformats.org/officeDocument/2006/relationships/slide" Target="/ppt/slides/slide7.xml" Id="Recb40cc9a96f49f9" /><Relationship Type="http://schemas.openxmlformats.org/officeDocument/2006/relationships/slide" Target="/ppt/slides/slide8.xml" Id="Rabaa9d38a1134d27" /><Relationship Type="http://schemas.openxmlformats.org/officeDocument/2006/relationships/slide" Target="/ppt/slides/slide9.xml" Id="R80eb8d4010404dcf" /><Relationship Type="http://schemas.openxmlformats.org/officeDocument/2006/relationships/slide" Target="/ppt/slides/slide10.xml" Id="R35c03acc1f0a47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4e3b79747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224c4ae8c64bdd" /><Relationship Type="http://schemas.openxmlformats.org/officeDocument/2006/relationships/notesMaster" Target="/ppt/notesMasters/notesMaster1.xml" Id="R8417fa9123ec42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d4d78d281947d3" /><Relationship Type="http://schemas.openxmlformats.org/officeDocument/2006/relationships/notesMaster" Target="/ppt/notesMasters/notesMaster1.xml" Id="Rb7765167cd5f47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884ead6dae4acc" /><Relationship Type="http://schemas.openxmlformats.org/officeDocument/2006/relationships/notesMaster" Target="/ppt/notesMasters/notesMaster1.xml" Id="R2697e178be1f4e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483b0153a34356" /><Relationship Type="http://schemas.openxmlformats.org/officeDocument/2006/relationships/notesMaster" Target="/ppt/notesMasters/notesMaster1.xml" Id="R6110c9ee0479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76ac7baa8748c1" /><Relationship Type="http://schemas.openxmlformats.org/officeDocument/2006/relationships/notesMaster" Target="/ppt/notesMasters/notesMaster1.xml" Id="Re9ee9a9316c74d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040a289464277" /><Relationship Type="http://schemas.openxmlformats.org/officeDocument/2006/relationships/notesMaster" Target="/ppt/notesMasters/notesMaster1.xml" Id="R8a059cd6ffbe4f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2fd847bef4766" /><Relationship Type="http://schemas.openxmlformats.org/officeDocument/2006/relationships/notesMaster" Target="/ppt/notesMasters/notesMaster1.xml" Id="R592929a1af164f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e3555296ec4638" /><Relationship Type="http://schemas.openxmlformats.org/officeDocument/2006/relationships/notesMaster" Target="/ppt/notesMasters/notesMaster1.xml" Id="R8eb5d3a8869e42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72f4e7f08744f9" /><Relationship Type="http://schemas.openxmlformats.org/officeDocument/2006/relationships/notesMaster" Target="/ppt/notesMasters/notesMaster1.xml" Id="Rcf45218126b04f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d3d338ae50442d" /><Relationship Type="http://schemas.openxmlformats.org/officeDocument/2006/relationships/notesMaster" Target="/ppt/notesMasters/notesMaster1.xml" Id="R9fa75b52ff98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자료의 디자인은 사용자가 제공한 장원준v2.html을 참조했다. 구현 근거: AdaptiveEcosystem/Docs/Roadmap/M3/M3_IMPLEMENTATION_SUMMARY.md. 관찰용 M3.1~M3.3 경로이며 M3 전체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Docs/Roadmap/M3/M3_IMPLEMENTATION_SUMMARY.md, M3_IMPLEMENTATION_PLAN.md. UE 5.8 Editor 빌드 기록은 M3_VALIDATION_REPORT.md.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Source/AdaptiveEcosystem/World/EcoWorldClockSubsystem.cpp, Ecology/EcologySimulationSubsystem.cpp, Mass/EcoMassLifecycleSubsystem.cpp, Network/EcoGameState.cpp.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Source/AdaptiveEcosystem/Ecology/EcoSpawnSchedule.cpp, Core/EcoSpawnTypes.h, Mass/EcoMassNetworkBootstrap.cpp; 설정 예시 Docs/Roadmap/M3/M3_2_EDITOR_TEST.md. 아래 10초 설정 수치는 기대값이며 신규 PIE 실측이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Source/AdaptiveEcosystem/Mass/EcoMassFeeding.cpp, Ecology/EcoFoodAllocation.cpp, Ecology/EcologyResourceSimulation.cpp. Food 5/요청 10×2는 수동 테스트 설정의 계산 예시. Energy 갱신은 현재 구현되지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Source/AdaptiveEcosystem/Debug/EcoStarvationDebugSubsystem.cpp, Ecology/EcologyResourceSimulation.cpp, Docs/Debug/DEBUG_COMMANDS.md.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Source/AdaptiveEcosystem/Mass/EcoMassMigration.cpp, Mass/EcoMassFragments.h, Docs/Roadmap/M3/M3_3_EDITOR_TEST.md. 실제 확인된 기존 로그는 M3_VALIDATION_REPORT.md에 기록.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Source/AdaptiveEcosystem/Mass/EcoMassLifecycleSubsystem.cpp ProcessEcologyStep, EcoMassMigration.cpp, Docs/Roadmap/M3/M3_IMPLEMENTATION_SUMMARY.md.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Docs/Roadmap/M3/M3_VALIDATION_REPORT.md. 과거 Standalone 로그는 Spawn Waves=0이던 당시 빌드. 이후 우회 설정 제거 후 Editor 재빌드 성공, 정기 Spawn/이주 동시 PIE 재확인 대기.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Docs/Roadmap/M3/M3_IMPLEMENTATION_SUMMARY.md, MIGRATION_AWARE_SPAWN_PLAN.md, M3_IMPLEMENTATION_PLAN.md. 이주 이력 기반 생성은 설계안이며 현 구현에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019f7c6454a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ebd577eca43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77591fd9047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26c8b0adf48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967239a8941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63a8382b84b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5F5A6A-9549-4847-B8EA-6A310ABF6D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6BA2C3-9A5F-413A-8A05-C2E940C694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3069E2-C6D0-47B8-A786-477CBF951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F524DD-495D-41B8-BDDF-F729B14AB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E221E9-BC32-41A7-BEAB-8595B34886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5A918C-4C9F-4120-A9DC-D04CF232C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3A9C63-8B1C-42D2-AC00-F201DEFB68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8C6113-FFC4-4925-940C-28AA859CCE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5FFE39-E189-45A4-8965-92E06AF3F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7B64CE-99B1-4393-9F13-A927A053E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ddbaa0a6d4d6c" /><Relationship Type="http://schemas.openxmlformats.org/officeDocument/2006/relationships/slideLayout" Target="/ppt/slideLayouts/slideLayout1.xml" Id="Rd4936550d0c34f41" /><Relationship Type="http://schemas.openxmlformats.org/officeDocument/2006/relationships/slideLayout" Target="/ppt/slideLayouts/slideLayout2.xml" Id="Rf75623f11e5642ba" /><Relationship Type="http://schemas.openxmlformats.org/officeDocument/2006/relationships/slideLayout" Target="/ppt/slideLayouts/slideLayout3.xml" Id="Rb8265b046ada4689" /><Relationship Type="http://schemas.openxmlformats.org/officeDocument/2006/relationships/slideLayout" Target="/ppt/slideLayouts/slideLayout4.xml" Id="R507acc169cd94f0b" /><Relationship Type="http://schemas.openxmlformats.org/officeDocument/2006/relationships/slideLayout" Target="/ppt/slideLayouts/slideLayout5.xml" Id="R09d4d538ebbe4d70" /><Relationship Type="http://schemas.openxmlformats.org/officeDocument/2006/relationships/slideLayout" Target="/ppt/slideLayouts/slideLayout6.xml" Id="Rd8a3b663b04546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36550d0c34f41"/>
    <p:sldLayoutId xmlns:r="http://schemas.openxmlformats.org/officeDocument/2006/relationships" id="2147483650" r:id="Rf75623f11e5642ba"/>
    <p:sldLayoutId xmlns:r="http://schemas.openxmlformats.org/officeDocument/2006/relationships" id="2147483651" r:id="Rb8265b046ada4689"/>
    <p:sldLayoutId xmlns:r="http://schemas.openxmlformats.org/officeDocument/2006/relationships" id="2147483652" r:id="R507acc169cd94f0b"/>
    <p:sldLayoutId xmlns:r="http://schemas.openxmlformats.org/officeDocument/2006/relationships" id="2147483653" r:id="R09d4d538ebbe4d70"/>
    <p:sldLayoutId xmlns:r="http://schemas.openxmlformats.org/officeDocument/2006/relationships" id="2147483654" r:id="Rd8a3b663b04546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0fed192bd4220" /><Relationship Type="http://schemas.openxmlformats.org/officeDocument/2006/relationships/notesSlide" Target="/ppt/notesSlides/notesSlide1.xml" Id="Ra6b310cfd4ca45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b6be2c60c482f" /><Relationship Type="http://schemas.openxmlformats.org/officeDocument/2006/relationships/notesSlide" Target="/ppt/notesSlides/notesSlide2.xml" Id="Rdf3de39312ef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e380867904029" /><Relationship Type="http://schemas.openxmlformats.org/officeDocument/2006/relationships/notesSlide" Target="/ppt/notesSlides/notesSlide3.xml" Id="R69d57c64058e42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4e9d8d1644bb0" /><Relationship Type="http://schemas.openxmlformats.org/officeDocument/2006/relationships/notesSlide" Target="/ppt/notesSlides/notesSlide4.xml" Id="R4a90a8a3fd5646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46abd17d14c2f" /><Relationship Type="http://schemas.openxmlformats.org/officeDocument/2006/relationships/notesSlide" Target="/ppt/notesSlides/notesSlide5.xml" Id="R9dfaee6c3c47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23cc192a644da" /><Relationship Type="http://schemas.openxmlformats.org/officeDocument/2006/relationships/notesSlide" Target="/ppt/notesSlides/notesSlide6.xml" Id="R447f54a6fcf94e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3489bade043aa" /><Relationship Type="http://schemas.openxmlformats.org/officeDocument/2006/relationships/notesSlide" Target="/ppt/notesSlides/notesSlide7.xml" Id="Rba36fe3e4a5540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d82dbf67b4a67" /><Relationship Type="http://schemas.openxmlformats.org/officeDocument/2006/relationships/notesSlide" Target="/ppt/notesSlides/notesSlide8.xml" Id="R56972d34e74b47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699ff5af04af5" /><Relationship Type="http://schemas.openxmlformats.org/officeDocument/2006/relationships/notesSlide" Target="/ppt/notesSlides/notesSlide9.xml" Id="R8d34a8b41b0349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4eb0f2c6147fd" /><Relationship Type="http://schemas.openxmlformats.org/officeDocument/2006/relationships/notesSlide" Target="/ppt/notesSlides/notesSlide10.xml" Id="R99dcd2822b2a41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586EA04-FF59-49A1-8635-BD6F662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01 — 구현 결과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C88E4D-E22C-4A1C-A9AD-B2763096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000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ECOSYSTEM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3201E-91C6-4019-897B-559352F3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252F7E-4C10-4E53-B797-60BF7D14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343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7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MassEntity 기반</a:t>
            </a:r>
          </a:p>
          <a:p xmlns:a="http://schemas.openxmlformats.org/drawingml/2006/main">
            <a:pPr algn="l">
              <a:defRPr sz="7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7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 동적 생태계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E3ED7A-88E6-4E31-BB9B-32D84498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238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UE 5.8 · Server/Standalone 권위 시뮬레이션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48A8A-0DDB-4C76-9F68-ED0BF577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3338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999953-BFE2-4EC9-8AF3-039E160D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WORLD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7265C5-8EAE-4516-BFA8-B0BD2B7A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지역·낮밤 시계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92F5568-9605-42E7-B8A1-DAF9AD96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공간과 시간 입력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A5F085-2539-4694-80FF-0BE09346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863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4CDB1-28D3-4982-8324-338B483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362450"/>
            <a:ext cx="43338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004393-01FB-42A7-A1BA-880241C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5720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ECOLOGY + MASS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BCE0428-6733-4EC4-8AD5-328648B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1015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생성·소비·이주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99072B6-75FA-4C5C-B770-C0A8950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6959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논리 개체와 자원 장부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5DCE8F-6C64-4346-9212-AD073B66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863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B4E24-7D60-40F0-AED2-AAB64FB8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362450"/>
            <a:ext cx="3762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0D121DA-6ADA-4F44-B6FE-F50D6C4B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5720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OBSERVATION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3932A41-6EF0-4080-9631-0D66384C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0101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Box · 요약 표시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0D65192-01DE-48FB-A250-470DE025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695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개체 ID와 지역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0BEDD-DA63-4562-A559-FFD73439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4BEC3A-1E0B-4400-8812-A9232030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결과: 식량 고갈 시 같은 Mass 개체가 인접 지역으로 이동한다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47F7E6F-E019-4717-A0D0-F278809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CF8936E-A47D-452F-A214-F4C2755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956295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477A19C-E38B-402C-9DE3-6F1DD93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02 — 구현 범위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AE75D7C-07D3-439C-A132-3E7E24AE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99A42-7191-41E0-A908-67A4F2C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DF4B4F-F03A-478D-AC92-38613DB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 관찰 시나리오의 세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A5124-5BA6-49F0-BF91-A13064FC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F684A7-8275-44EC-B00B-0C66F7F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지역 생성, 자원 변화, 동일 ID 이주를 하나의 서버 흐름으로 연결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A70CE2-4BB1-4F20-8E64-464B678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4A5219-DDAA-42AA-AB28-27F16F25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02 / 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822626-E698-4FD9-97C3-A7A56A92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C8D9D4-CF30-4C36-BA4B-52B38246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8573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개발한 동작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F8F84D-99DA-4DBE-AB37-2C78F49B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57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관찰할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4EE62-B639-4726-AF6E-C671CD1D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3523CD-1F31-4927-AC63-2360714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M3.1  지역·생성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8F84278-0BF8-4073-987B-D882E280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90775"/>
            <a:ext cx="10315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권위 Day/Night 시계와 지역별 초기/정기 Spawn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470E6D-876C-495A-B3E4-5528B491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8개 초기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A4F0F-1C6A-47F8-809F-67282349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8CEE0CA-0291-4D87-841C-3E4DD480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1947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M3.2  자원·소비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9FFDF72-104F-4B6E-95E0-2D7C286C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19475"/>
            <a:ext cx="10315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개체별 소비 예약, 낮밤 Food 손실, Debug 고갈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B290F82-4CF6-4922-A62B-BCC355D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099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Food 감소 장부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701CF-2AB5-4C2A-9478-4A5CB3C7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CE6E87E-6AF3-4593-BAE8-080AEBD7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M3.3  이동·표시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8F8FAC7-9122-4209-A999-49F87662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48175"/>
            <a:ext cx="10315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인접 지역 선택, 실제 이동·도착, 요약 복제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944E11F-E82C-492C-A011-C6545F34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386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같은 ID로 도착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F1853-52CF-4013-898B-EC5BE08C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25248-72CA-44AB-BCAF-7C79AE39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41732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8FD4780-7379-4193-B8B6-8908C4AF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현재 검증 수준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A06681F-D319-479D-A52E-38124291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Editor 빌드 성공 기록과 과거 Standalone A→B 이주 로그 확보</a:t>
            </a:r>
          </a:p>
        </p:txBody>
      </p:sp>
    </p:spTree>
    <p:extLst>
      <p:ext uri="{BB962C8B-B14F-4D97-AF65-F5344CB8AC3E}">
        <p14:creationId xmlns:p14="http://schemas.microsoft.com/office/powerpoint/2010/main" val="1729592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E1B3861-143B-417A-A20F-CEFBB53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03 — 책임 경계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9A0995-7D9D-4804-B58A-03625A67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5BFEF-20F2-4C29-AD64-58DAEB0E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FD2A54-5179-4C70-B626-B3F6F204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서버 권위의 네 계층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FECAF-D96C-4497-AC4E-C2D1C637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3B3BF0-70B6-4072-BB61-B55A4CAB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World는 입력, Ecology는 자원, Mass는 개체, GameState는 완료 요약을 전달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BD52EB-BBCB-4B6E-98BD-6BAB9BAA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F9BC1F-CE5A-40F7-A832-3185EBAD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03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AF0B1-3674-4B00-8439-0564FB8F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4173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015EB8-6619-4AEB-85EF-586DBC2F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WORLD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04BE9E2-495A-4468-887D-79A39E85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AEcologyRegion · Day/Night Clock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CEEDA6-0215-455C-8EF2-C42EF86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↓  지역 Bounds·인접 관계·시각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2980F-9A83-49FC-AB8C-537C9128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90732E5-1759-4FAC-92CB-760B0C0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ECOLOGY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61F6F2-1D7B-4DB2-97A1-755E440D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Food · Spawn 예약 · 상한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78EBB7-8CB9-40FA-B41E-56EACDC7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공유 자원과 개체군 집계의 권위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6A343-C03C-47E8-BEEF-786FA57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D8F8022-4BDC-4843-B149-CCD2E16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5601D6-2F7F-499C-81E3-657B5D12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Entity · 소비 예약 · Travel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B969BED-B349-4F0B-B8C4-C933C49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96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개체별 상태와 Transform의 원본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AEBF48E-085A-43C8-B800-E8A05DCE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409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→  완료된 지역 요약과 관련 Box만 Client로 전달</a:t>
            </a:r>
          </a:p>
        </p:txBody>
      </p:sp>
    </p:spTree>
    <p:extLst>
      <p:ext uri="{BB962C8B-B14F-4D97-AF65-F5344CB8AC3E}">
        <p14:creationId xmlns:p14="http://schemas.microsoft.com/office/powerpoint/2010/main" val="1162435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6026EDA-75A9-4106-B933-30FC619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04 — M3.1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C9CFA55-24A7-41C4-84BA-57B3FAC4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50777-E5E8-4C4B-BAC3-7023F9EF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2AA412-9893-4C26-B081-7AFEC23E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낮밤 주기와 지역별 Mass 생성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468DE-83FF-42E9-89FB-9FA5F9A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44BC342-6BD5-4C0B-9F26-44BB1FD5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기본 웨이브는 Food와 지역/전체 상한을 만족할 때만 생성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1DBE50-9910-4AD9-9DDD-C6E66E78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47657C-5CF9-4302-B4AA-A4D099EC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04 / 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85B1BB6-F6C5-4056-8EE2-72DF50F5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10초 낮 / 10초 밤 에디터 예시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4F1B5-BFF9-4B2B-A7F2-649F82DE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810375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467852-2834-453E-ADF5-79EF477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시간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A058F5-5D5C-4B26-9F05-3B1A6A60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431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지역별 Alive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1204E-472B-480C-99BA-44C397E5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EE5F74D-BF09-4590-BAF5-9771A080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0초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E6986A5-1970-48D9-9778-B2AE63C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7050"/>
            <a:ext cx="224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76ACE-3CD7-435F-B88F-E98ECABF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34E2BFA-DB95-4850-A2F8-B24BF120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76370C8-0EA7-4BCC-A44E-D39FED12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05225"/>
            <a:ext cx="224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8E9CB-9139-454B-84C7-31C7174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F7447D3-1D0E-4A13-B1E6-908BBBE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40초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A98C36A-D62E-4BAD-B271-1743536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43400"/>
            <a:ext cx="224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CE4FA-94EE-46DC-B15E-27472C5F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F9F40CD-9B84-4F08-ADC4-AF58DA86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60초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424B7AF-ED01-4465-A735-A6D8F195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81575"/>
            <a:ext cx="224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3DCE7-1F48-48F2-8EAD-B842F90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094033-C5A6-401D-BA07-15E8485A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80초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3314FC7-F563-4CAC-85BF-5DB1F269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19750"/>
            <a:ext cx="224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CD73A-2740-45B1-8C37-7E9D816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62200"/>
            <a:ext cx="7058025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D644C6D-592A-4CA1-9A57-6B691896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DAY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BDC0C3C-9A4A-427E-A4B4-EFA353D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+5초에 4개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54BF78-CB20-4E5D-A740-F0038982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642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AC2757A-9483-4515-B5B2-2DB94D9B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NIGHT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8833C76-5671-4D5C-B89C-E69724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+4초 · +8초에 6개씩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826AE0F-A387-41B1-BD6B-C772A11D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530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지역 상한 64 · 전체 상한 128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3578C9B-2B9D-4C1A-ABAF-16952C0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417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현재 ini의 낮밤 길이는 각각 10초. 웨이브 간격은 Bootstrap에서 별도 확인</a:t>
            </a:r>
          </a:p>
        </p:txBody>
      </p:sp>
    </p:spTree>
    <p:extLst>
      <p:ext uri="{BB962C8B-B14F-4D97-AF65-F5344CB8AC3E}">
        <p14:creationId xmlns:p14="http://schemas.microsoft.com/office/powerpoint/2010/main" val="1011237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3C3843F-BE31-4FFE-AE46-3905FA02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05 — M3.2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10A94F9-85F0-4BFD-8506-3B7D0430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EE373-2770-4B75-823A-3CE7B92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A02A929-1924-4787-88C4-EA1C4D40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개체별 소비와 지역 Food 배분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5E996-23B2-41AD-A726-28581E72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51FD23-06D1-43F3-9A20-768FC2E2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Mass가 요청을 모으고 Ecology가 지역 Food를 한 번 배분한다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7C8D86-9590-4818-9113-6ACAFCA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6C78C7-A81E-4660-A79D-BBAB62BF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05 / 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B7CDCF-8972-4530-86D1-2CDA874D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개체별 요청 예시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11C9D-22B5-4111-9131-10880289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57425"/>
            <a:ext cx="73914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08FC17-E2E8-476C-8648-6492847F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38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조건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B9AD11-7D80-4B32-841C-CE4C319A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F2C4F-AB9D-4556-978F-ABF8EAE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47975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8CE0C3F-416D-43E2-9850-C2F38A92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지역 Food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194408-F633-4936-B382-0BD39A20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81325"/>
            <a:ext cx="1743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9EA5D-03FB-490B-A565-D361B62A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14725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09A1AA5-11D6-4015-BEB6-138389BF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861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Resident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847011F-C52B-41D8-BCC9-104345D5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48075"/>
            <a:ext cx="1743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10명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DF17F-1079-41E4-A7C5-35C66C60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81475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D3426A7-7B2D-4F8C-B984-6C4DD1F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개체당 요청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F1B63FD-17DC-4BE6-AE81-BF3EF58B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14825"/>
            <a:ext cx="1743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79A41-5259-4924-9494-8B64970A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48225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71C2DCA-5E11-4ECA-82DD-36D5A0E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96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총 요청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47A8593-E510-4C91-8D3F-8D4EE3F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81575"/>
            <a:ext cx="1743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72F71-6A93-4D53-BFB1-3C04792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14975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4BA251A-DD43-4582-B77C-94556A78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864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실제 지급 합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1D078FA-5635-4475-A786-BDECD3CB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48325"/>
            <a:ext cx="1743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F3AF5-6E60-42CC-B784-ECA914F4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653415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E9C5AB9-DAD5-41B6-85DD-C9BF827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비례 배분 계수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8E1AA24-F52A-4BB2-8F8F-85AC3A08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1942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5 ÷ 20 = 0.25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2A604-BDCC-48A6-8479-3752A0AE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05275"/>
            <a:ext cx="588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89C21E8-DDC3-486D-8CF0-6594EFC1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개체당 실제 지급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8DF0456-ECF1-4E0B-94BB-E5240893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9107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 × 0.25 = 0.5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277AE668-10E1-4C76-A001-4FFDE9C4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435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지급량은 Fragment에 기록. Energy/HP 반영은 아직 없음</a:t>
            </a:r>
          </a:p>
        </p:txBody>
      </p:sp>
    </p:spTree>
    <p:extLst>
      <p:ext uri="{BB962C8B-B14F-4D97-AF65-F5344CB8AC3E}">
        <p14:creationId xmlns:p14="http://schemas.microsoft.com/office/powerpoint/2010/main" val="2043123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05924AF-BE5C-4D0C-9582-CDA4A4FA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06 — M3.2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0009552-83E6-4F26-842B-DBC5AFBD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E0C42-E46A-467B-9D1C-6AAA221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DCD6F7E-55B9-4094-AA66-8F0D7F48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환경 손실과 Debug 기아 이벤트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73181-1324-4864-88B2-541C4F0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FA023B-2E9B-44F5-947D-5EB52D1C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Debug.Starvation은 지정 지역 Food만 0으로 만들고 Spawn 설정은 유지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2EA10F-4B7F-4C1C-9B0D-F912E00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94CBAB-6C0B-47AE-BF58-7CDB3238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06 / 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0DB355-9664-4AE3-910A-118FD929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642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자동 환경 이벤트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8F8D-522E-4B78-9DC3-DF5D4CA5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66750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D7338C-D8E6-43BB-B72E-BA7E02F9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낮 이벤트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EA5BABE-9A52-4D70-9248-20AFE5CC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99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기본 비활성 · Forest_A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A39AF-8439-4708-9560-C1CE987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DDE2505-710E-4581-8AFD-D59FD5E5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밤 이벤트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0ED417-3DEC-4EAA-AB7F-12857E4B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43450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기본 활성 · Forest_B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69A435-D810-4E2D-ACAC-A32FF306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67375"/>
            <a:ext cx="600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Phase fraction 시각에 설정된 Food Loss 적용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C6E443-C724-41A0-A306-E3E48A1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수동 원인 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74217-6301-4A62-98B3-E774AB7C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691515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9BEF19A-48BD-42EF-A8AB-29FB75C9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717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70707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070707"/>
                </a:solidFill>
                <a:latin typeface="Consolas"/>
                <a:ea typeface="Consolas"/>
                <a:cs typeface="Consolas"/>
              </a:rPr>
              <a:t>Debug.Starvation.Forest_A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C19AC-58E0-4925-ABA1-C75F09F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5C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335952-AC8A-4CB3-BF91-1B6D558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97979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797979"/>
                </a:solidFill>
                <a:latin typeface="Consolas"/>
                <a:ea typeface="Consolas"/>
                <a:cs typeface="Consolas"/>
              </a:rPr>
              <a:t>[Eco Food Event]  Source=Debug.Starvation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AAE0E8E-2CC6-4D6A-822A-1AA561F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97979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797979"/>
                </a:solidFill>
                <a:latin typeface="Consolas"/>
                <a:ea typeface="Consolas"/>
                <a:cs typeface="Consolas"/>
              </a:rPr>
              <a:t>[Eco Food]  After=0  Depleted=1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C56B42B-DE62-45AB-B855-3747B139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A 추가 Spawn 스킵 · B 정규 웨이브 유지</a:t>
            </a:r>
          </a:p>
        </p:txBody>
      </p:sp>
    </p:spTree>
    <p:extLst>
      <p:ext uri="{BB962C8B-B14F-4D97-AF65-F5344CB8AC3E}">
        <p14:creationId xmlns:p14="http://schemas.microsoft.com/office/powerpoint/2010/main" val="811194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0EC521F-0AC3-4C73-8745-C157A1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07 — M3.3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AF6AEAA-0C3C-42B7-A277-0A4CE477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18BFA-FFEF-4019-93EE-62844B7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7CAE9C-FB7E-4A98-BC9E-1C2F478D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고갈된 지역에서 같은 Entity가 이주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ACA3C-184D-4900-AFC8-FE610A9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E1BEE6-1B3D-4174-8D30-6271F506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도착은 새 Spawn이 아니라 기존 StableAgentId의 Region 변경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6E698B-1CC1-4E2E-B39F-B4313D47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4B73CA-7DA4-4D47-AA92-B196FE7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52272-34BC-4228-BEED-584C1BE3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7434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D4769C-EB46-4543-866C-92F6E09C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01  출발지 고갈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793282-5B8E-4E3F-9FF5-649DFC48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210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Forest_A Food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7823D-B499-409B-829E-7F9EF14A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52647A-0220-483C-8327-73933E1E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210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Food가 있는 명시적 인접 지역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516FF-F0E6-4D5D-AC66-3587DEF8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809750"/>
            <a:ext cx="47434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D3095AC-EDE9-4B13-93C3-50CD61E0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383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02  Traveling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0E00A75-C996-4CCD-B6D9-053FB72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90800"/>
            <a:ext cx="4210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같은 ID가 B로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39250-4618-4657-BFAF-838F268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100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058596-7077-4A41-A75D-CE9F26A1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14800"/>
            <a:ext cx="4210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이동 중에는 A Population 소속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8326C-2CC0-4924-A9F4-762438D8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09750"/>
            <a:ext cx="47434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776C692-AE65-416A-AD06-D7534AF1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383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03  도착 commit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C66DC0-6C1B-4194-9E20-9CC8A5EF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4210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Forest_B Population 증가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9C715-2974-485A-B141-AB2070B0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100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13DBB9A-30AC-43DD-B9A3-2B7799C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4210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Bounds·반경·Food 확인 후 소속 변경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576FE95-B800-4E0B-BA20-C2DC1150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ID 1–8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8B7BE4A-26EA-4794-B0F9-B835A44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953125"/>
            <a:ext cx="381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A → B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3656917-8340-4723-9241-25112B7B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953125"/>
            <a:ext cx="381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ID 1–8</a:t>
            </a:r>
          </a:p>
        </p:txBody>
      </p:sp>
    </p:spTree>
    <p:extLst>
      <p:ext uri="{BB962C8B-B14F-4D97-AF65-F5344CB8AC3E}">
        <p14:creationId xmlns:p14="http://schemas.microsoft.com/office/powerpoint/2010/main" val="661801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67DCF7B-0A38-4575-9EFC-FEC183E6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08 — 통합 실행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AA54965-FC6E-4E84-ADF3-833475DE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DB3C-AD31-4660-8493-32218FBA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CDDFCF7-DD65-473E-8816-FD7BABC9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한 시각의 처리 순서와 인구 보존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D8CAC-6911-4FF6-BB58-632DA6E3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D2B6B6-E93E-46B8-8F5B-CCC3A7DE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이주 자체는 전체 Alive 수를 바꾸지 않는다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4C8DE4-C6DC-4D37-B76E-3FC9C020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47AF8A-06C9-4CD9-900D-EB6A58B5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08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AE129-E058-444A-BCEF-10B62BBA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BDCCA9-F3F7-4C48-8454-E8FCCB2D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CCF06A-C092-4F23-AEE4-73B66B3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14525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환경 Food 손실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18BB8-FD69-466F-9B0C-475EDD58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B708E4-4386-4E29-AB67-9E62BE05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03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B2224E-7D22-4ACA-9680-9F1FF2D0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00325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정규 Spawn 승인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1BE2D-6906-4BA4-9BFB-6815958D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7C4775B-94D9-4156-BD82-0A4F46FE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51D48E9-17BC-4435-AD8C-7447B617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86125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소비 요청·배분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665AF-E7FE-4218-9F74-0806D0A9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717196-4317-4D9F-8B22-E96925D8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3A2D421-3188-4D3E-BA00-8284B4F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자원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DDD97-8407-4D49-8056-D097452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21C4267-810C-4F6D-B210-069C1000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004F255-272F-402B-97E4-F39E9383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57725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이주·도착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749EE-09DD-4C01-9A79-3C101DD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7207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D2B6514-9EDB-4765-A50E-D13DF7D3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6194A57-7926-4BCD-9F87-B243A196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43525"/>
            <a:ext cx="1171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Population 요약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1C3A1-FDBB-4700-9E99-72D56CC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7236A5-37D3-453C-B404-66557B3C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141732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A81C01B-4DB4-4060-8503-A8EA48CE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343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전체 Alive = 초기 생성 + 성공한 웨이브 생성 − 실제 사망</a:t>
            </a:r>
          </a:p>
        </p:txBody>
      </p:sp>
    </p:spTree>
    <p:extLst>
      <p:ext uri="{BB962C8B-B14F-4D97-AF65-F5344CB8AC3E}">
        <p14:creationId xmlns:p14="http://schemas.microsoft.com/office/powerpoint/2010/main" val="2127681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FF1F948-F66F-4BB2-A1A5-30B4AD74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09 — 검증 상태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FCA4125-FC51-43D6-9B1F-06BBD4A2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56637-209F-405A-B520-DE49780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AD4CDB-9D44-4079-A792-69158EB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확인된 로그와 아직 필요한 PIE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CFAFA-E0CC-427D-9720-7D12562C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C2BF94-027E-4261-B252-A7C6D6CC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빌드 성공과 일부 이주 관찰을 통합 시나리오 완료로 확대하지 않는다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6B290B-F854-4C19-BB15-8DFE031C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280579-C32F-4DB1-A9F3-7BD3936F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09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A8081-29BD-411D-ADF5-7CC6A71F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858000" cy="465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087BE-04EC-484F-A631-97A11ACA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6934200" cy="465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058A44-193A-494D-9EC4-63B694F0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619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기존 확인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97CB03-6BEC-47A1-AA18-E2485ACF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UE 5.8 Editor 빌드 성공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20D46-F598-45B6-869C-5F7B344C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632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312BB30-3FF4-4829-A33C-718623C2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Standalone 수동 이주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9E4D6F-2F51-4992-9009-AF471F96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600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A Food 50 → 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0FE6EC5-A4EF-4E9E-A58F-D07F67B8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600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ID 1–8, Forest_B 도착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AE9B1AB-4C89-4F23-9C2F-9D4DC89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600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집계 A=0, B=16, 전체=16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52552F-FE15-4771-9A88-2A99D189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추가 Spawn Waves가 꺼졌던 당시 로그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298F441-99B8-4726-9DF0-35C4CD2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619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재확인 대기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A49DF-14C5-43F7-A52E-FE790BF6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0325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BAE41C-32AA-4120-9272-5D4E5B9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908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Spawn Waves=1 + 이주 동시 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E3111-5AB0-4CFA-A533-51E6A87F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0425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C949B51-DD81-4A26-A1A3-2ACB4C5C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909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양쪽 고갈·도착 후 소비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9E2CF-8D9D-4A35-BEEC-0729767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00525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164EC89-3681-491C-815A-E6E164A6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Host/Client 요약과 Box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1D3F7-F80D-478D-B5C7-CA3061D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00625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45BF2A1-526C-43A7-BCCA-F9A0AFF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91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Late Join · 긴 프레임 · 15분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2DD90DC-6CEB-48E3-BBA2-7132D435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055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자동화 테스트는 기존 요청에 따라 생략</a:t>
            </a:r>
          </a:p>
        </p:txBody>
      </p:sp>
    </p:spTree>
    <p:extLst>
      <p:ext uri="{BB962C8B-B14F-4D97-AF65-F5344CB8AC3E}">
        <p14:creationId xmlns:p14="http://schemas.microsoft.com/office/powerpoint/2010/main" val="439269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34626CA-13FA-4921-8F54-0867E4EE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10 — 다음 작업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36A6032-D830-459E-B37D-190CD2F3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59E57-FA76-4E05-913A-CB401DE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417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A12479-D03A-4E85-BE2F-5454964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관찰 데모 이후의 생태 폐루프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296DC-FD4D-4D5B-8DD4-5FEA1AB4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417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solidFill>
              <a:srgbClr val="08080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6062DB-CFE7-4367-87E1-76BCB28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목표는 도착·유출 이력을 출생 특성과 생존 결과에 연결하는 것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64D770-60CF-4C10-BE3A-22C5F5B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58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 · M3 구현 현황 · 2026.09.30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407FC1-A209-4AD6-BAC7-F44B25B0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58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F0E010-F997-41F4-AF45-83B38A1C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EE309-7597-422F-BA96-CACB564F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683895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2A2A9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67889B-8D2B-4003-A29F-1E79DE25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낮밤 Spawn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00B25-0A1E-4009-93B2-E1F8C94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37E7A6-C666-44D3-951B-879C2D8B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Food 소비·고갈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EB95D-2CE6-4F4C-8914-EBDE148A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AA802F-3378-45F6-8A5D-075EDF31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동일 ID 이주·도착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D84E0C-172D-47E7-8A01-B5F5B5CB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다음 설계 및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24E82-82A1-49D4-A256-94F2E3D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693420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9529D0-3D89-42C3-A4C4-FA52034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출발지·도착지 이주 이력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368BE-803F-4C6B-8AE6-807DF67E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48025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A03084E-F354-4133-A614-DBCF7B08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다음 출생의 특성 프로필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DB75D-97B7-49D9-8C8D-4D7A3889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BE84416-88FA-4196-8D40-AC8CE4E4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Energy·기아 사망·통합 PIE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27FCA61-E0C9-4A47-9903-8FC9F630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390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이주 경험 반영 Spawn은 현재 계획 단계</a:t>
            </a:r>
          </a:p>
        </p:txBody>
      </p:sp>
    </p:spTree>
    <p:extLst>
      <p:ext uri="{BB962C8B-B14F-4D97-AF65-F5344CB8AC3E}">
        <p14:creationId xmlns:p14="http://schemas.microsoft.com/office/powerpoint/2010/main" val="1550231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2026-09-30T06:05:04.4730000Z</dcterms:created>
  <dcterms:modified xsi:type="dcterms:W3CDTF">2026-09-30T06:05:04.4730000Z</dcterms:modified>
</coreProperties>
</file>